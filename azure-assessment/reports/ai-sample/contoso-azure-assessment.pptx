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109728" cy="2194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EC5F4"/>
                </a:solidFill>
                <a:latin typeface="Calibri"/>
              </a:rPr>
              <a:t>AZURE ENVIRONMENT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Contoso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E2FB"/>
                </a:solidFill>
                <a:latin typeface="Calibri"/>
              </a:rPr>
              <a:t>Inventory, Well-Architected findings and remediation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E2FB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21408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Scope &amp; methodology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79776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Inventory 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38144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Assessment scorecard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96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Key findings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5487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7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54879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Remediation roadmap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13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413248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Overall posture score 76/100 — Fair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152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Subscriptions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AB219"/>
                </a:solidFill>
                <a:latin typeface="Calibri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Posture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D03B3B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High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Tag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11064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152 resources were assessed across 3 subscription(s), 23 resource groups and 5 region(s).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106 finding(s) were raised: 17 high, 73 medium and 16 low severity, affecting 78 resources.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Security is the weakest area (score 68/100); Governance is the strongest (86/100).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78% of resources carry all required tags (environment, owner, costCenter).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Priority high-severity issues: Storage account permits HTTP (4); Storage account allows anonymous blob access (4); VM stopped but not deallocated (4).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Scope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Based on the inventory export supplied by Contoso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Every resource evaluated against rules aligned to the Azure Well-Architected Framework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Pillars: Security, Reliability, Cost Optimization, Operational Excellence, Governance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Scores = severity-weighted pass rate (High 5 · Medium 3 · Low 1)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Rating: Good ≥ 80 · Fair 60–79 · Poor &lt; 60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63040"/>
          <a:ext cx="53949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1667"/>
                <a:gridCol w="132329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Subscription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Resources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Contoso-NonProduction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Inventory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152 resources · 23 resource groups</a:t>
            </a:r>
          </a:p>
        </p:txBody>
      </p:sp>
      <p:pic>
        <p:nvPicPr>
          <p:cNvPr id="5" name="Picture 4" descr="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577840" cy="3218564"/>
          </a:xfrm>
          <a:prstGeom prst="rect">
            <a:avLst/>
          </a:prstGeom>
        </p:spPr>
      </p:pic>
      <p:pic>
        <p:nvPicPr>
          <p:cNvPr id="6" name="Picture 5" descr="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2405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Assessment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Severity-weighted pass rate per pillar</a:t>
            </a:r>
          </a:p>
        </p:txBody>
      </p:sp>
      <p:pic>
        <p:nvPicPr>
          <p:cNvPr id="5" name="Picture 4" descr="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218138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30351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377"/>
                <a:gridCol w="778838"/>
                <a:gridCol w="853013"/>
                <a:gridCol w="630488"/>
                <a:gridCol w="593400"/>
                <a:gridCol w="593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Operational Excellence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Findings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106 findings across 78 resources</a:t>
            </a:r>
          </a:p>
        </p:txBody>
      </p:sp>
      <p:pic>
        <p:nvPicPr>
          <p:cNvPr id="5" name="Picture 4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2060115"/>
          </a:xfrm>
          <a:prstGeom prst="rect">
            <a:avLst/>
          </a:prstGeom>
        </p:spPr>
      </p:pic>
      <p:pic>
        <p:nvPicPr>
          <p:cNvPr id="6" name="Picture 5" descr="pillar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760720" cy="28645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Ranked by severity, then number of resources affected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78"/>
                <a:gridCol w="5433332"/>
                <a:gridCol w="1185454"/>
                <a:gridCol w="2370908"/>
                <a:gridCol w="108666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Affected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permits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allows anonymous blob access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VM stopped but not deallocated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Web app does not enforce HTTPS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NSG exposes management ports to the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Classic (ASM) resource in use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Required tags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REL-001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VM has no zone or availability 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Key findings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Ranked by severity, then number of resources affected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78"/>
                <a:gridCol w="5433332"/>
                <a:gridCol w="1185454"/>
                <a:gridCol w="2370908"/>
                <a:gridCol w="108666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Affected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Unattached managed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Resource outside approved regions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accepts TLS &lt; 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Empty App Service plan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Key Vault purge protection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SQL server reachable from public networks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OPS-001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Previous-generation VM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67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Operational Excellence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REL-003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uses locally redundant replication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67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Remediation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Sequenced by risk and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11880" cy="548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0-30 days (quick wins &amp; critical risk)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permits HTTP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allows anonymous blob access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VM stopped but not deallocated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Web app does not enforce HTTPS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NSG exposes management ports to the Internet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Classic (ASM) resource in use (1)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Unattached managed disk (10)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Empty App Service plan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Unassociated public IP address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…and 1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11880" cy="54864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30-60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Required tags missing (34)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VM has no zone or availability set (15)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Resource outside approved regions (8)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accepts TLS &lt; 1.2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Key Vault purge protection disabled (1)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SQL server reachable from public networks 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3611880" cy="548640"/>
          </a:xfrm>
          <a:prstGeom prst="rect">
            <a:avLst/>
          </a:prstGeom>
          <a:solidFill>
            <a:srgbClr val="0F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60-90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Previous-generation VM size (5)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uses locally redundant replication (3)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SQL database not zone redundant (3)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Log Analytics retention below target 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1.  Remediate high-severity security exposures (public access, HTTP, open management ports)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2.  Reclaim idle spend: orphaned disks, unused public IPs, stopped VMs and empty plans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3.  Enforce tagging and allowed regions through Azure Policy at management-group scope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4.  Design zone-redundant patterns for production workloads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5.  Re-run this assessment monthly to track posture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